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Lodge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social opportunity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Duke MEM PM Competition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moved to a new city.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group chat went quiet.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1920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go to the gym alone.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cook dinner alone.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walk in the park alone.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by choice. By default.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14192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162,000 Americans die annually from social isolation — more than lung cancer.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Everyone calls this a loneliness epidemic.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says otherwise.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 rates haven't changed in decades. What changed is the infrastructure.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4192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1995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dad moved for work. His new town had a Rotary club, a church league, a VFW post.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3774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4192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30175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moved for work. You have a group chat and Bumble BFF.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Trinity College Dublin,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market tried. Every solution treats loneliness as an individual problem.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834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fails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Bumble BFF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Matches strangers 1:1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Awkward. 50%+ never meet.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30-stranger events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Networking, not friendship.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Therapy apps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Treats feelings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 drop off. No structure.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media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 loops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8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Heavy users 2x lonelier.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Friendship doesn't form at events.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554480"/>
            <a:ext cx="6949440" cy="1280160"/>
          </a:xfrm>
          <a:prstGeom prst="roundRect">
            <a:avLst>
              <a:gd name="adj" fmla="val 7143"/>
            </a:avLst>
          </a:prstGeom>
          <a:solidFill>
            <a:srgbClr val="141926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554480"/>
            <a:ext cx="54864" cy="1280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64592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became best friends in college at the dining hall, not at a mixer."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Friendship is a byproduct of repeated mundane proximity.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people, same place, same time, every week.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Lodge rebuilds that structure.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Adults 22-35 who just moved to a new city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1419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~15M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relocate annually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0" y="12801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141926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for adult friendship loss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141926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1792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men have 6+ close friends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(down from 55% in 1990)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41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Jake, 27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474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Austin → Denver for tech job. His group chat is memes and "we should hang." Goes to the gym alone every day.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4192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Maya, 24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Chicago → Phoenix for nursing. Group FaceTime every 2 months. Tried Meetup — felt like networking.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Lodge finds where friendship fits in your life.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14192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1: "I half-know someone"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a coworker or neighbor you kind of vibe with.
</a:t>
            </a:r>
            <a:pPr indent="0" marL="0">
              <a:buNone/>
            </a:pPr>
            <a:r>
              <a:rPr lang="en-US" sz="1200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Lodge gives you the script + sets up the recurring structure.
</a:t>
            </a:r>
            <a:pPr indent="0" marL="0">
              <a:buNone/>
            </a:pPr>
            <a:r>
              <a:rPr lang="en-US" sz="1200" i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walk at Sloan's Lake Tuesdays. Want to come?"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141926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280160"/>
            <a:ext cx="365760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2: "I don't know anyone"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shows other people's rituals nearby.
</a:t>
            </a:r>
            <a:pPr indent="0" marL="0">
              <a:buNone/>
            </a:pPr>
            <a:r>
              <a:rPr lang="en-US" sz="1200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a pin: 'Tuesday walk, 7:30am, 1 spot open.'
</a:t>
            </a:r>
            <a:pPr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→ request to join. Feels like bumping into a neighbor.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paths → same mundane thing, same time, same place, every week. That's the loneliness intervention.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Opportunity 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Lodge your weekly routines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MWF, park walk Tue/Thu, cook Sunday...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cross-analyzes and scores on 6 factors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Consistency, compatibility, time flexibility, location, invitation ease, relationship acceleration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shows your social opportunity windows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37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 color-coded by score. Your week visualized.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 pin → AI reasoning + session scaffolding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park walk scored 95 because..."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AI goes beyond prompts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Opportunity Engine — multi-factor scoring across full weekly routine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Scaffolding — activity-specific, relationship-stage-aware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 Synthesizer — contextual low-stakes framing copy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Spatiotemporal Anchor Matching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Entropy 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Friction Scoring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Bridge Notifications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4192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49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chatbot. Not summarization. AI reasons across your entire week to find insights no human would compute.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Constraint compliance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product only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with map interface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meaningful role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AI layers (4 built, 3 roadmap)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Clearly defined segment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22-35, relocators (~15M/yr)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social networks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971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feed, profiles, followers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dating apps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matching, swiping, 1:1 pairing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therapy apps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mentions loneliness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Relocators self-identify.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find them — they announce themselves.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14192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Seed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r/moving, r/[city]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"[City] Newcomers"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Slack #new-in-town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55448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141926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Organic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21945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Cross-city virality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 seeds 2 markets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invites = marketing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14192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3: Paid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1945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HR relocation packages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platform partnerships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ads: 'just moved to [city]'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4192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Lodge NEVER positions as a loneliness solution. Utility framing only. Loneliness reduction is the outcome, not the pitch.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 for user #1. Becomes infrastructure at 1M.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0120" y="1371600"/>
            <a:ext cx="1188720" cy="1188720"/>
          </a:xfrm>
          <a:prstGeom prst="ellipse">
            <a:avLst/>
          </a:prstGeom>
          <a:solidFill>
            <a:srgbClr val="141926"/>
          </a:solidFill>
          <a:ln w="25400">
            <a:solidFill>
              <a:srgbClr val="6B71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1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analysis tool.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Single-player value.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54680" y="1371600"/>
            <a:ext cx="1188720" cy="1188720"/>
          </a:xfrm>
          <a:prstGeom prst="ellipse">
            <a:avLst/>
          </a:prstGeom>
          <a:solidFill>
            <a:srgbClr val="141926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65176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rituals appear.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begins.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9240" y="1371600"/>
            <a:ext cx="1188720" cy="1188720"/>
          </a:xfrm>
          <a:prstGeom prst="ellipse">
            <a:avLst/>
          </a:prstGeom>
          <a:solidFill>
            <a:srgbClr val="141926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from real data.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rituals stick.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43800" y="1371600"/>
            <a:ext cx="1188720" cy="1188720"/>
          </a:xfrm>
          <a:prstGeom prst="ellipse">
            <a:avLst/>
          </a:prstGeom>
          <a:solidFill>
            <a:srgbClr val="141926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4088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neighborhood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living map.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91640" y="1965960"/>
            <a:ext cx="6126480" cy="0"/>
          </a:xfrm>
          <a:prstGeom prst="line">
            <a:avLst/>
          </a:prstGeom>
          <a:noFill/>
          <a:ln w="19050">
            <a:solidFill>
              <a:srgbClr val="2A2F42"/>
            </a:solidFill>
            <a:prstDash val="dash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14192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1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map analysis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results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1887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141926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$8/mo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749040" y="2286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analyses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scaffolding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Ritual creation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141926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$5/emp/mo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relocation packages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onboarding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4192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 relocators × 5% adoption × $8/mo = $72M ARR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8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Lodge doesn't find you friends.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finds where friendship fits in the life you're already living.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lodge-bay.vercel.app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8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Lodge - Duke MEM PM Competition 2026</dc:title>
  <dc:subject>PptxGenJS Presentation</dc:subject>
  <dc:creator>Lodge Team</dc:creator>
  <cp:lastModifiedBy>Lodge Team</cp:lastModifiedBy>
  <cp:revision>1</cp:revision>
  <dcterms:created xsi:type="dcterms:W3CDTF">2026-04-05T00:21:03Z</dcterms:created>
  <dcterms:modified xsi:type="dcterms:W3CDTF">2026-04-05T00:21:03Z</dcterms:modified>
</cp:coreProperties>
</file>